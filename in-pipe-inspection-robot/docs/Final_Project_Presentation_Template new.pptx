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jpeg" ContentType="image/jpe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  <p:sldMasterId id="2147483656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  <p:sldMasterId id="2147483664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FBA77A0-460B-47AB-B506-3C3CCE088AB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24EEH2114- Analog and Digital Electronics - Embedded project work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9C6AAC-A558-4181-ABCA-C0B75C3E8661}" type="slidenum">
              <a:rPr b="0" lang="en-IN" sz="1200" spc="-1" strike="noStrike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24EEH2114- Analog and Digital Electronics - Embedded project work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A7FFC3-3418-4F96-BA16-38DE63790401}" type="slidenum">
              <a:rPr b="0" lang="en-IN" sz="1200" spc="-1" strike="noStrike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5D5603-0DFE-43A1-9CF9-499CA09BA5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C6D6E8-9EB8-4950-8A77-206AB3A98E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436CE-462D-40C4-BBE4-FF533AC872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AF6E69-7264-4A74-949D-CB432631DF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8ED9C92-7BBE-4D09-B1E6-D0DBC0153B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1FFF567-52B9-49C0-BFFC-2B2AA4564C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2CC46E-0CB2-4419-87BD-94AD7D1CC5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B58E07-8091-4FF5-9E17-ACD0F429D4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CECE06-25AF-4B5E-A1A1-BE723EF810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6554D0-7BE0-4F2D-8DE7-0BDBA6532E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EBDF4E-1B02-445E-AD8C-C1F454D02E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3C681E-5779-480F-88D1-6B6CD98CEB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DDAB5A-16E7-4963-BB18-7A2EB021C1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FEE045-4FA8-4854-8A8B-CCBAC5073D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F67ED5-4A61-4080-9323-7438E474B3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10FF56-A34F-462E-BD73-C767DE5134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202886-3C23-4766-9A91-05C3D99261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jpeg"/><Relationship Id="rId3" Type="http://schemas.openxmlformats.org/officeDocument/2006/relationships/image" Target="../media/image10.jpe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8616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Final Project Presentation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4371"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IN Pipe Inspection Robot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AMAL MATHEW THOMAS - 14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AVINAS SUMESH - 22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GOUTHAM KRISHNA - 32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NABIL N | 46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V SIVASANKAR | 66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ELECTRICAL AND ELECTRONICS, SAINTGITS COLLEGE OF ENGINEERING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3" descr=""/>
          <p:cNvPicPr/>
          <p:nvPr/>
        </p:nvPicPr>
        <p:blipFill>
          <a:blip r:embed="rId1"/>
          <a:stretch/>
        </p:blipFill>
        <p:spPr>
          <a:xfrm>
            <a:off x="319320" y="247320"/>
            <a:ext cx="990360" cy="971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9EC245-0F72-4804-A1A4-4354ACE4122C}" type="slidenum">
              <a:t>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C42ADB3-B6B9-4BB5-858F-887382818F8C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6632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System Architecture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Picture 6" descr=""/>
          <p:cNvPicPr/>
          <p:nvPr/>
        </p:nvPicPr>
        <p:blipFill>
          <a:blip r:embed="rId1"/>
          <a:stretch/>
        </p:blipFill>
        <p:spPr>
          <a:xfrm>
            <a:off x="753876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1828800" y="1120680"/>
            <a:ext cx="5029200" cy="5280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E19EAE2-912D-48F5-BDCC-2C5952DFB3EC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9CB2AA-4B63-4560-9676-11287B21B328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6632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System Architecture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3" name="Picture 1" descr=""/>
          <p:cNvPicPr/>
          <p:nvPr/>
        </p:nvPicPr>
        <p:blipFill>
          <a:blip r:embed="rId1"/>
          <a:stretch/>
        </p:blipFill>
        <p:spPr>
          <a:xfrm>
            <a:off x="753876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685800" y="1371600"/>
            <a:ext cx="7543800" cy="5028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8438C66-C8B9-4D1D-8C8C-4D02500F02CA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DB0597D-4F95-4417-A772-1860B07FC1AE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Implementation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Picture 6" descr=""/>
          <p:cNvPicPr/>
          <p:nvPr/>
        </p:nvPicPr>
        <p:blipFill>
          <a:blip r:embed="rId1"/>
          <a:stretch/>
        </p:blipFill>
        <p:spPr>
          <a:xfrm>
            <a:off x="753876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828800" y="1600200"/>
            <a:ext cx="3208680" cy="220104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5257800" y="1600200"/>
            <a:ext cx="3636000" cy="222228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4"/>
          <a:srcRect l="26849" t="24996" r="11" b="20002"/>
          <a:stretch/>
        </p:blipFill>
        <p:spPr>
          <a:xfrm rot="29400">
            <a:off x="2504520" y="3893400"/>
            <a:ext cx="1697400" cy="228600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 txBox="1"/>
          <p:nvPr/>
        </p:nvSpPr>
        <p:spPr>
          <a:xfrm>
            <a:off x="228600" y="2168280"/>
            <a:ext cx="20574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CIRCUIT DIAGRAM: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28600" y="4800600"/>
            <a:ext cx="16002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HARDWARE SETUP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5"/>
          <a:srcRect l="0" t="12494" r="0" b="18761"/>
          <a:stretch/>
        </p:blipFill>
        <p:spPr>
          <a:xfrm>
            <a:off x="5901840" y="3886200"/>
            <a:ext cx="1870560" cy="2286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AC8710-A4EC-48F8-B285-7AA2A589A369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E52E68-B115-4ACA-A07D-417AB94A6867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Implementation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Picture 2" descr=""/>
          <p:cNvPicPr/>
          <p:nvPr/>
        </p:nvPicPr>
        <p:blipFill>
          <a:blip r:embed="rId1"/>
          <a:stretch/>
        </p:blipFill>
        <p:spPr>
          <a:xfrm>
            <a:off x="7538760" y="205200"/>
            <a:ext cx="990360" cy="971280"/>
          </a:xfrm>
          <a:prstGeom prst="rect">
            <a:avLst/>
          </a:prstGeom>
          <a:ln w="0">
            <a:noFill/>
          </a:ln>
        </p:spPr>
      </p:pic>
      <p:sp>
        <p:nvSpPr>
          <p:cNvPr id="95" name=""/>
          <p:cNvSpPr txBox="1"/>
          <p:nvPr/>
        </p:nvSpPr>
        <p:spPr>
          <a:xfrm>
            <a:off x="228600" y="1417320"/>
            <a:ext cx="251460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MIT APP INVENTOR: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3886200" y="4114800"/>
            <a:ext cx="4800600" cy="222120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 txBox="1"/>
          <p:nvPr/>
        </p:nvSpPr>
        <p:spPr>
          <a:xfrm>
            <a:off x="619200" y="2854080"/>
            <a:ext cx="14382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DESIGNER: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85800" y="5029200"/>
            <a:ext cx="117144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BLOCKS: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3886560" y="1600200"/>
            <a:ext cx="5028840" cy="2366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85C7C6-7A69-4857-AE03-28B358D45B94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29C5609-C833-4D36-A03E-55888F041A95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Experimental Setup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1" name="Picture 6" descr=""/>
          <p:cNvPicPr/>
          <p:nvPr/>
        </p:nvPicPr>
        <p:blipFill>
          <a:blip r:embed="rId1"/>
          <a:stretch/>
        </p:blipFill>
        <p:spPr>
          <a:xfrm>
            <a:off x="752508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rcRect l="26849" t="24996" r="11" b="20002"/>
          <a:stretch/>
        </p:blipFill>
        <p:spPr>
          <a:xfrm rot="29400">
            <a:off x="755640" y="2295360"/>
            <a:ext cx="2203200" cy="296748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rcRect l="5762" t="7452" r="11561" b="7610"/>
          <a:stretch/>
        </p:blipFill>
        <p:spPr>
          <a:xfrm rot="16193400">
            <a:off x="6010200" y="2625480"/>
            <a:ext cx="2970720" cy="228888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 txBox="1"/>
          <p:nvPr/>
        </p:nvSpPr>
        <p:spPr>
          <a:xfrm>
            <a:off x="597960" y="1600200"/>
            <a:ext cx="3745440" cy="90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setup photographs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4"/>
          <a:srcRect l="0" t="12494" r="0" b="18761"/>
          <a:stretch/>
        </p:blipFill>
        <p:spPr>
          <a:xfrm>
            <a:off x="3429000" y="2286360"/>
            <a:ext cx="2431440" cy="2971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55B6B0C-C313-403F-861B-024E51C1AD1B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F9FDE0C-8ABD-4A89-B9D7-0E4E7E83601C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Experimental Setup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7" name="Picture 4" descr=""/>
          <p:cNvPicPr/>
          <p:nvPr/>
        </p:nvPicPr>
        <p:blipFill>
          <a:blip r:embed="rId1"/>
          <a:stretch/>
        </p:blipFill>
        <p:spPr>
          <a:xfrm>
            <a:off x="752508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633960" y="1542960"/>
            <a:ext cx="7824240" cy="4400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2299E96-190C-4914-82BF-BC279D67151C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5BCE460-41E1-43B3-891E-DB56BCADDBE9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 &amp; Analysis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0" name="Picture 6" descr=""/>
          <p:cNvPicPr/>
          <p:nvPr/>
        </p:nvPicPr>
        <p:blipFill>
          <a:blip r:embed="rId1"/>
          <a:stretch/>
        </p:blipFill>
        <p:spPr>
          <a:xfrm>
            <a:off x="776052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507600" y="1600200"/>
            <a:ext cx="7722000" cy="4343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CE90B6D-5A2E-47F2-867B-4A3C8DF59753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A30BABB-5A69-487F-A518-EC1B4E66BF10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 &amp; Analysis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Picture 5" descr=""/>
          <p:cNvPicPr/>
          <p:nvPr/>
        </p:nvPicPr>
        <p:blipFill>
          <a:blip r:embed="rId1"/>
          <a:stretch/>
        </p:blipFill>
        <p:spPr>
          <a:xfrm>
            <a:off x="776052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2"/>
          <a:stretch/>
        </p:blipFill>
        <p:spPr>
          <a:xfrm>
            <a:off x="457200" y="1600200"/>
            <a:ext cx="8229600" cy="4083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C1FB12D-3C8D-4360-9D68-EDDF6B809151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F316DB11-FC20-4BF0-8F8D-225524B0732A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 &amp; Future Scope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6" name="Picture 6" descr=""/>
          <p:cNvPicPr/>
          <p:nvPr/>
        </p:nvPicPr>
        <p:blipFill>
          <a:blip r:embed="rId1"/>
          <a:stretch/>
        </p:blipFill>
        <p:spPr>
          <a:xfrm>
            <a:off x="7760520" y="205200"/>
            <a:ext cx="990360" cy="97128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686160" y="1417320"/>
            <a:ext cx="7772040" cy="43714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Department of electrical and electronics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AF46F4E-BEC3-44DB-87B6-53E3C2B99A69}" type="slidenum">
              <a:t>10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5D3C06D-A1B8-4B3C-BD2C-40097E04993F}" type="datetime1">
              <a:rPr lang="en-US"/>
              <a:t>10/21/2026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2026-10-21T15:32:11Z</dcterms:modified>
  <cp:revision>11</cp:revision>
  <dc:subject/>
  <dc:title>Final Project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6</vt:r8>
  </property>
</Properties>
</file>